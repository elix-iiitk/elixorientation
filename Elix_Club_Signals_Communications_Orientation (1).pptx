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4FEBE-05F9-CF46-8733-2FB77784E49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9DA44-9B24-FF4F-AFC1-F7B1BD33B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30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377440"/>
            <a:ext cx="6400800" cy="64008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13718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864608"/>
            <a:ext cx="109728" cy="5486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3920" y="4823373"/>
            <a:ext cx="109728" cy="13733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60" y="4801531"/>
            <a:ext cx="109728" cy="181017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4809356"/>
            <a:ext cx="109728" cy="165369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15440" y="4843166"/>
            <a:ext cx="109728" cy="97748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59280" y="4842155"/>
            <a:ext cx="109728" cy="99770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4808820"/>
            <a:ext cx="109728" cy="166440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346960" y="4801723"/>
            <a:ext cx="109728" cy="18063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590800" y="4824202"/>
            <a:ext cx="109728" cy="135676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4863532"/>
            <a:ext cx="109728" cy="57016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78480" y="4822556"/>
            <a:ext cx="109728" cy="138969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22320" y="4801357"/>
            <a:ext cx="109728" cy="181365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4809907"/>
            <a:ext cx="109728" cy="164266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0" y="4844183"/>
            <a:ext cx="109728" cy="9571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53840" y="4841150"/>
            <a:ext cx="109728" cy="101779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0" y="4808300"/>
            <a:ext cx="109728" cy="167479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41520" y="4801933"/>
            <a:ext cx="109728" cy="180214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85360" y="4825042"/>
            <a:ext cx="109728" cy="133995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0" y="4862456"/>
            <a:ext cx="109728" cy="59168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273040" y="4821750"/>
            <a:ext cx="109728" cy="140580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16880" y="4801201"/>
            <a:ext cx="109728" cy="181678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760720" y="4810473"/>
            <a:ext cx="109728" cy="163133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004560" y="4845206"/>
            <a:ext cx="109728" cy="93668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48400" y="4840152"/>
            <a:ext cx="109728" cy="103775"/>
          </a:xfrm>
          <a:prstGeom prst="rect">
            <a:avLst/>
          </a:prstGeom>
          <a:solidFill>
            <a:srgbClr val="F2A65A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" y="18745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&amp; Communications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621792" y="2697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F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Orientation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40080" y="4160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information becomes signal, and signal becomes connection.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KOTTAYAM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Signals &amp; Communications?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and design of how information — voice, data, images, sensor readings — is encoded, transmitted, received and decoded across wired and wireless media. It sits at the intersection of mathematics, electronics and computing, powering everything from a phone call to a satellite downlink.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38404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64808" y="1801368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9" name="Image 0" descr="/home/claude/elix_ppt/icon_wav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209" y="1948769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64808" y="25146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64808" y="289864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sampling, transforms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09828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299448" y="1801368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14" name="Image 1" descr="/home/claude/elix_ppt/icon_tow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849" y="1948769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99448" y="25146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&amp; RF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299448" y="289864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Antennas, propagation, modulation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63640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Shape 14"/>
          <p:cNvSpPr/>
          <p:nvPr/>
        </p:nvSpPr>
        <p:spPr>
          <a:xfrm>
            <a:off x="6464808" y="3995928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19" name="Image 2" descr="/home/claude/elix_ppt/icon_chi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209" y="4143329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64808" y="47091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Digital Systems &amp; Processing </a:t>
            </a:r>
            <a:endParaRPr lang="en-US" sz="1300" b="1" dirty="0"/>
          </a:p>
        </p:txBody>
      </p:sp>
      <p:sp>
        <p:nvSpPr>
          <p:cNvPr id="21" name="Text 16"/>
          <p:cNvSpPr/>
          <p:nvPr/>
        </p:nvSpPr>
        <p:spPr>
          <a:xfrm>
            <a:off x="6464808" y="509320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chips, SDR, microcontrollers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98280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99448" y="3995928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24" name="Image 3" descr="/home/claude/elix_ppt/icon_networ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6849" y="4143329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99448" y="47091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&amp; Protocols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299448" y="509320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5G/6G, IoT, satellite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Backbone of a Connected World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that moves data — from healthcare to defence to entertainment — depends on communication systems working reliably underneath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5059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8B+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devices rely on wireless links worldwide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22860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D5C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245059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5G/6G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53712" y="3154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are redefining speed, latency &amp; scale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0144" y="22860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38744" y="245059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38744" y="3154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space, defence &amp; IoT systems need robust comms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16" name="Image 0" descr="/home/claude/elix_ppt/icon_lap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4307921"/>
            <a:ext cx="272125" cy="27212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17320" y="41422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the digital economy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417320" y="44622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streaming, e-commerce and remote work all ride on communication infrastructure.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5303520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20" name="Image 1" descr="/home/claude/elix_ppt/icon_satellit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5450921"/>
            <a:ext cx="272125" cy="2721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17320" y="52852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critical missions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417320" y="56052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disaster response, defence and space exploration depend on dependable links.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355080" y="4160520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24" name="Image 2" descr="/home/claude/elix_ppt/icon_cog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81" y="4307921"/>
            <a:ext cx="272125" cy="27212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0" y="4142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national priorities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132320" y="44622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Make-in-India electronics, 5G rollout and semiconductor missions all need this talent.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355080" y="5303520"/>
            <a:ext cx="566928" cy="566928"/>
          </a:xfrm>
          <a:prstGeom prst="ellipse">
            <a:avLst/>
          </a:prstGeom>
          <a:solidFill>
            <a:srgbClr val="13718A"/>
          </a:solidFill>
          <a:ln/>
        </p:spPr>
      </p:sp>
      <p:pic>
        <p:nvPicPr>
          <p:cNvPr id="28" name="Image 3" descr="/home/claude/elix_ppt/icon_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481" y="5450921"/>
            <a:ext cx="272125" cy="27212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32320" y="5285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high-demand career track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132320" y="56052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Telecom, chipmakers, space agencies and startups actively hire this skill set.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Domain Is Headed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01368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/home/claude/elix_ppt/icon_tow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0" y="1939260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45973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5G/6G Networks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807208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Ultra-fast, low-latency wireless for everything from AR to autonomous machines.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801368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1" name="Image 1" descr="/home/claude/elix_ppt/icon_netwo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460" y="1939260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45973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44568" y="2807208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sensors and devices talking to each other and the cloud.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801368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/home/claude/elix_ppt/icon_satelli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780" y="1939260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245973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&amp; Space Comm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47888" y="2807208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Mega-constellations, deep-space links and satellite internet (e.g. LEO broadband).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76732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Shape 15"/>
          <p:cNvSpPr/>
          <p:nvPr/>
        </p:nvSpPr>
        <p:spPr>
          <a:xfrm>
            <a:off x="841248" y="3968496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1" name="Image 3" descr="/home/claude/elix_ppt/icon_wifi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140" y="4106388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6268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1248" y="497433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Vehicle-to-vehicle and vehicle-to-infrastructure communication for self-driving tech.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44568" y="497433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76732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3968496"/>
            <a:ext cx="530352" cy="53035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1" name="Image 5" descr="/home/claude/elix_ppt/icon_diagram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5780" y="4106388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47888" y="46268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&amp; Aerospace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47888" y="4974336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resilient communication for national security and aviation.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to Build in This Domain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progression Elix will help you follow, from fundamentals to hands-on systems.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3718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3252" y="2240280"/>
            <a:ext cx="18288" cy="393192"/>
          </a:xfrm>
          <a:prstGeom prst="rect">
            <a:avLst/>
          </a:prstGeom>
          <a:solidFill>
            <a:srgbClr val="D6E2E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7190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Signal Basics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71907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comfortable with the core math behind signals — how waves behave, and the basics of probability. This is the foundation everything else in the domain builds 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73252" y="3136392"/>
            <a:ext cx="18288" cy="393192"/>
          </a:xfrm>
          <a:prstGeom prst="rect">
            <a:avLst/>
          </a:prstGeom>
          <a:solidFill>
            <a:srgbClr val="D6E2E8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61518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Simulation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61518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simple software like Python and MATLAB to test and visualise signals on a computer, so you can experiment safely before building anything physical.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502920" cy="502920"/>
          </a:xfrm>
          <a:prstGeom prst="ellipse">
            <a:avLst/>
          </a:prstGeom>
          <a:solidFill>
            <a:srgbClr val="13718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3252" y="4032504"/>
            <a:ext cx="18288" cy="393192"/>
          </a:xfrm>
          <a:prstGeom prst="rect">
            <a:avLst/>
          </a:prstGeom>
          <a:solidFill>
            <a:srgbClr val="D6E2E8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51129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Systems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511296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information actually travels — how it gets packed into a signal, sent through noise and interference, and picked apart correctly at the other end.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25696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3252" y="4928616"/>
            <a:ext cx="18288" cy="393192"/>
          </a:xfrm>
          <a:prstGeom prst="rect">
            <a:avLst/>
          </a:prstGeom>
          <a:solidFill>
            <a:srgbClr val="D6E2E8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4074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Radios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440740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theory to real devices — microcontrollers, radios and antennas — and start wiring up and testing small working systems with your own hands.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321808"/>
            <a:ext cx="502920" cy="502920"/>
          </a:xfrm>
          <a:prstGeom prst="ellipse">
            <a:avLst/>
          </a:prstGeom>
          <a:solidFill>
            <a:srgbClr val="13718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5303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5303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everything together by building something real end-to-end, like a small wireless link, a Wi-Fi/IoT node, or a simple radar or radio project.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ln w="19050">
            <a:solidFill>
              <a:srgbClr val="13718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4014216"/>
            <a:ext cx="111443" cy="5486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56610" y="3972981"/>
            <a:ext cx="111443" cy="13733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04260" y="3951139"/>
            <a:ext cx="111443" cy="181017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51910" y="3958964"/>
            <a:ext cx="111443" cy="165369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99560" y="3992774"/>
            <a:ext cx="111443" cy="97748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347210" y="3991763"/>
            <a:ext cx="111443" cy="99770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94860" y="3958428"/>
            <a:ext cx="111443" cy="166440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842510" y="3951331"/>
            <a:ext cx="111443" cy="18063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90160" y="3973810"/>
            <a:ext cx="111443" cy="135676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37810" y="4013140"/>
            <a:ext cx="111443" cy="57016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585460" y="3972164"/>
            <a:ext cx="111443" cy="138969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833110" y="3950965"/>
            <a:ext cx="111443" cy="181365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3959515"/>
            <a:ext cx="111443" cy="164266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28410" y="3993791"/>
            <a:ext cx="111443" cy="9571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76060" y="3990758"/>
            <a:ext cx="111443" cy="101779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823710" y="3957908"/>
            <a:ext cx="111443" cy="167479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71360" y="3951541"/>
            <a:ext cx="111443" cy="180214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9010" y="3974650"/>
            <a:ext cx="111443" cy="133995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66660" y="4012064"/>
            <a:ext cx="111443" cy="59168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14310" y="3971358"/>
            <a:ext cx="111443" cy="140580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061960" y="3950809"/>
            <a:ext cx="111443" cy="181678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309610" y="3960081"/>
            <a:ext cx="111443" cy="163133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57260" y="3994814"/>
            <a:ext cx="111443" cy="93668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804910" y="3989760"/>
            <a:ext cx="111443" cy="103775"/>
          </a:xfrm>
          <a:prstGeom prst="rect">
            <a:avLst/>
          </a:prstGeom>
          <a:solidFill>
            <a:srgbClr val="F2A65A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COMMUNICATIONS DOMAIN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2331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Starts Here.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1554480" y="3291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learn, build and connect with the Signals &amp; Communications team at Elix.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737360" y="4343400"/>
            <a:ext cx="8686800" cy="1051560"/>
          </a:xfrm>
          <a:prstGeom prst="roundRect">
            <a:avLst>
              <a:gd name="adj" fmla="val 8696"/>
            </a:avLst>
          </a:prstGeom>
          <a:solidFill>
            <a:srgbClr val="F2A65A"/>
          </a:solidFill>
          <a:ln/>
        </p:spPr>
      </p:sp>
      <p:sp>
        <p:nvSpPr>
          <p:cNvPr id="32" name="Text 30"/>
          <p:cNvSpPr/>
          <p:nvPr/>
        </p:nvSpPr>
        <p:spPr>
          <a:xfrm>
            <a:off x="2011680" y="43434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A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 •  IIIT KOTTAYAM  •  SIGNALS &amp; COMMUNICATIONS DOMAIN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561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Adarsh V N</cp:lastModifiedBy>
  <cp:revision>3</cp:revision>
  <dcterms:created xsi:type="dcterms:W3CDTF">2026-09-18T06:23:02Z</dcterms:created>
  <dcterms:modified xsi:type="dcterms:W3CDTF">2026-09-26T19:16:53Z</dcterms:modified>
</cp:coreProperties>
</file>