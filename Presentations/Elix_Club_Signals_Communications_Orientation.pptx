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4FEBE-05F9-CF46-8733-2FB77784E49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9DA44-9B24-FF4F-AFC1-F7B1BD33B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3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2.png" /><Relationship Id="rId7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5" Type="http://schemas.openxmlformats.org/officeDocument/2006/relationships/image" Target="../media/image6.png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400800" cy="6400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3718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864608"/>
            <a:ext cx="109728" cy="5486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3920" y="4823373"/>
            <a:ext cx="109728" cy="13733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60" y="4801531"/>
            <a:ext cx="109728" cy="181017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4809356"/>
            <a:ext cx="109728" cy="16536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15440" y="4843166"/>
            <a:ext cx="109728" cy="9774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59280" y="4842155"/>
            <a:ext cx="109728" cy="99770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4808820"/>
            <a:ext cx="109728" cy="166440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46960" y="4801723"/>
            <a:ext cx="109728" cy="18063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90800" y="4824202"/>
            <a:ext cx="109728" cy="135676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4863532"/>
            <a:ext cx="109728" cy="57016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78480" y="4822556"/>
            <a:ext cx="109728" cy="13896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22320" y="4801357"/>
            <a:ext cx="109728" cy="181365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4809907"/>
            <a:ext cx="109728" cy="164266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0" y="4844183"/>
            <a:ext cx="109728" cy="9571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53840" y="4841150"/>
            <a:ext cx="109728" cy="10177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4808300"/>
            <a:ext cx="109728" cy="16747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41520" y="4801933"/>
            <a:ext cx="109728" cy="18021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85360" y="4825042"/>
            <a:ext cx="109728" cy="133995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4862456"/>
            <a:ext cx="109728" cy="5916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73040" y="4821750"/>
            <a:ext cx="109728" cy="140580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16880" y="4801201"/>
            <a:ext cx="109728" cy="18167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4810473"/>
            <a:ext cx="109728" cy="163133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04560" y="4845206"/>
            <a:ext cx="109728" cy="9366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48400" y="4840152"/>
            <a:ext cx="109728" cy="103775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" y="1874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&amp; Communications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621792" y="2697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F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Orientation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information becomes signal, and signal becomes connection.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KOTTAYAM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Signals &amp; Communications?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and design of how information — voice, data, images, sensor readings — is encoded, transmitted, received and decoded across wired and wireless media. It sits at the intersection of mathematics, electronics and computing, powering everything from a phone call to a satellite downlink.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54864" cy="13716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840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Elix, this domain covers signal processing, wireless &amp; RF systems, embedded communication hardware, and the standards (Wi-Fi, 5G, satellite) that tie it together.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64808" y="180136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9" name="Image 0" descr="/home/claude/elix_ppt/icon_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09" y="1948769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480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64808" y="289864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sampling, transforms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09828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299448" y="180136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14" name="Image 1" descr="/home/claude/elix_ppt/icon_tow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849" y="194876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9944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RF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299448" y="289864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Antennas, propagation, modulation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6364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64808" y="399592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19" name="Image 2" descr="/home/claude/elix_ppt/icon_chi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209" y="4143329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47091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64808" y="509320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chips, SDR, microcontrollers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9828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99448" y="399592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4" name="Image 3" descr="/home/claude/elix_ppt/icon_networ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6849" y="4143329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9448" y="47091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Protocols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299448" y="509320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5G/6G, IoT, satellite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Backbone of a Connected World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that moves data — from healthcare to defence to entertainment — depends on communication systems working reliably underneath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05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rely on wireless links worldwide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4505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5G/6G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53712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are redefining speed, latency &amp;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2286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38744" y="24505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38744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space, defence &amp; IoT systems need robust comms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16" name="Image 0" descr="/home/claude/elix_ppt/icon_lap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307921"/>
            <a:ext cx="272125" cy="2721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4142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digital economy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417320" y="44622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streaming, e-commerce and remote work all ride on communication infrastructure.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0" name="Image 1" descr="/home/claude/elix_ppt/icon_satelli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5450921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5285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critical missions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417320" y="56052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disaster response, defence and space exploration depend on dependable links.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55080" y="4160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4" name="Image 2" descr="/home/claude/elix_ppt/icon_cog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81" y="4307921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national priorities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132320" y="4462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Make-in-India electronics, 5G rollout and semiconductor missions all need this talent.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55080" y="5303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8" name="Image 3" descr="/home/claude/elix_ppt/icon_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5450921"/>
            <a:ext cx="272125" cy="2721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32320" y="5285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high-demand career track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132320" y="5605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Telecom, chipmakers, space agencies and startups actively hire this skill set.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Domain Is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0136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elix_ppt/icon_tow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0" y="193926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45973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5G/6G Networks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80720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Ultra-fast, low-latency wireless for everything from AR to autonomous machines.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0136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/home/claude/elix_ppt/icon_netwo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460" y="193926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45973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80720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sensors and devices talking to each other and the cloud.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0136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elix_ppt/icon_satelli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780" y="193926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45973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Space Comm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80720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Mega-constellations, deep-space links and satellite internet (e.g. LEO broadband).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968496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/home/claude/elix_ppt/icon_wifi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40" y="410638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6268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497433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Vehicle-to-vehicle and vehicle-to-infrastructure communication for self-driving tech.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968496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6" name="Image 4" descr="/home/claude/elix_ppt/icon_chi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460" y="4106388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6268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Chip Design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97433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silicon for radios, radar and next-gen wireless hardware.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3968496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1" name="Image 5" descr="/home/claude/elix_ppt/icon_diagram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780" y="4106388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46268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&amp; Aerospace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47888" y="497433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resilient communication for national security and aviation.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to Build in This Domain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progression Elix will help you follow, from fundamentals to hands-on systems.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371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3252" y="2240280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190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Signal Basics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71907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comfortable with the core math behind signals — how waves behave, and the basics of probability. This is the foundation everything else in the domain builds 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3252" y="3136392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6151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Simulation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61518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simple software like Python and MATLAB to test and visualise signals on a computer, so you can experiment safely before building anything physical.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13718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3252" y="4032504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1129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51129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information actually travels — how it gets packed into a signal, sent through noise and interference, and picked apart correctly at the other end.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3252" y="4928616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Radios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440740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theory to real devices — microcontrollers, radios and antennas — and start wiring up and testing small working systems with your own hands.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21808"/>
            <a:ext cx="502920" cy="502920"/>
          </a:xfrm>
          <a:prstGeom prst="ellipse">
            <a:avLst/>
          </a:prstGeom>
          <a:solidFill>
            <a:srgbClr val="1371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303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5303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everything together by building something real end-to-end, like a small wireless link, a Wi-Fi/IoT node, or a simple radar or radio project.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ln w="19050">
            <a:solidFill>
              <a:srgbClr val="13718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4014216"/>
            <a:ext cx="111443" cy="5486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56610" y="3972981"/>
            <a:ext cx="111443" cy="13733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04260" y="3951139"/>
            <a:ext cx="111443" cy="181017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51910" y="3958964"/>
            <a:ext cx="111443" cy="16536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99560" y="3992774"/>
            <a:ext cx="111443" cy="9774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47210" y="3991763"/>
            <a:ext cx="111443" cy="99770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94860" y="3958428"/>
            <a:ext cx="111443" cy="166440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42510" y="3951331"/>
            <a:ext cx="111443" cy="18063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90160" y="3973810"/>
            <a:ext cx="111443" cy="135676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37810" y="4013140"/>
            <a:ext cx="111443" cy="57016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85460" y="3972164"/>
            <a:ext cx="111443" cy="13896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33110" y="3950965"/>
            <a:ext cx="111443" cy="181365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3959515"/>
            <a:ext cx="111443" cy="164266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28410" y="3993791"/>
            <a:ext cx="111443" cy="9571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76060" y="3990758"/>
            <a:ext cx="111443" cy="10177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23710" y="3957908"/>
            <a:ext cx="111443" cy="16747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71360" y="3951541"/>
            <a:ext cx="111443" cy="18021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9010" y="3974650"/>
            <a:ext cx="111443" cy="133995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66660" y="4012064"/>
            <a:ext cx="111443" cy="5916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14310" y="3971358"/>
            <a:ext cx="111443" cy="140580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61960" y="3950809"/>
            <a:ext cx="111443" cy="18167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09610" y="3960081"/>
            <a:ext cx="111443" cy="163133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57260" y="3994814"/>
            <a:ext cx="111443" cy="9366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804910" y="3989760"/>
            <a:ext cx="111443" cy="103775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COMMUNICATIONS DOMAIN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Starts Here.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1554480" y="3291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learn, build and connect with the Signals &amp; Communications team at Elix.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737360" y="4343400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F2A65A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0" y="43434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 •  IIIT KOTTAYAM  •  SIGNALS &amp; COMMUNICATIONS DOMAIN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 N Adarsh</cp:lastModifiedBy>
  <cp:revision>2</cp:revision>
  <dcterms:created xsi:type="dcterms:W3CDTF">2026-09-18T06:23:02Z</dcterms:created>
  <dcterms:modified xsi:type="dcterms:W3CDTF">2026-09-18T06:26:15Z</dcterms:modified>
</cp:coreProperties>
</file>